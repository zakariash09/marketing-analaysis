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71" r:id="rId7"/>
    <p:sldId id="272" r:id="rId8"/>
    <p:sldId id="273" r:id="rId9"/>
    <p:sldId id="274" r:id="rId10"/>
    <p:sldId id="276" r:id="rId11"/>
    <p:sldId id="275" r:id="rId12"/>
    <p:sldId id="27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D4AF37"/>
                </a:solidFill>
              </a:rPr>
              <a:t>Marketing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800" b="1">
                <a:solidFill>
                  <a:srgbClr val="D4AF37"/>
                </a:solidFill>
              </a:rPr>
              <a:t>Mukhitdinov Fayzulloh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>
                <a:solidFill>
                  <a:srgbClr val="D4AF37"/>
                </a:solidFill>
              </a:rPr>
              <a:t>Muammo</a:t>
            </a:r>
            <a:endParaRPr sz="4000" b="1" dirty="0">
              <a:solidFill>
                <a:srgbClr val="D4AF37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FB7850-5BBF-C1DB-FCE3-BCF874A7A2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285" y="2204094"/>
            <a:ext cx="8919429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kampaniyalarining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haqiqiy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samaradorligi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noaniq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Budjet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noto‘g‘ri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kanallarga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ketishi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mumkin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Qaysi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kanal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daromad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keltirayotgani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aniq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emas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Tahlil </a:t>
            </a:r>
            <a:r>
              <a:rPr lang="en-US" sz="4000" dirty="0" err="1"/>
              <a:t>maqsadi</a:t>
            </a:r>
            <a:endParaRPr sz="4000" b="1" dirty="0">
              <a:solidFill>
                <a:srgbClr val="D4AF37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DD60AF2-C606-7917-1C56-D655899C99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707437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Kanallar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samaradorligini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aniqlash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Budjetni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optimallashtirish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kuchli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kampaniyalarni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toppish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ROAS, CTR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Konversiya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bo‘yicha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baholash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err="1"/>
              <a:t>Asosiy</a:t>
            </a:r>
            <a:r>
              <a:rPr lang="en-US" sz="3600" dirty="0"/>
              <a:t> </a:t>
            </a:r>
            <a:r>
              <a:rPr lang="en-US" sz="3600" dirty="0" err="1"/>
              <a:t>KPI’lar</a:t>
            </a:r>
            <a:endParaRPr sz="3600" b="1" dirty="0">
              <a:solidFill>
                <a:srgbClr val="D4AF37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E06F09-0F81-EBF5-ED63-808942D115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128" y="1582340"/>
            <a:ext cx="532633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CTR (Click-Through Rate)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Conversion Rate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CAC (Customer Acquisition Cost)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ROAS (Return on Ad Spend)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LTV (Lifetime Value)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BCDC7-05FD-8730-5548-E4AA55B5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Foydalanilgan</a:t>
            </a:r>
            <a:r>
              <a:rPr lang="en-US" dirty="0"/>
              <a:t> </a:t>
            </a:r>
            <a:r>
              <a:rPr lang="en-US" dirty="0" err="1"/>
              <a:t>vositalar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A74AA3-14E9-ECA9-5776-34F75EE406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096592"/>
            <a:ext cx="8278228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Excel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konversiya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hafta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tahlili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kampaniya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samaradorligi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demografik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tahlil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ROAS, CTR, trend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grafiklari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 BI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interaktiv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dashboardlar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850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7599-66D5-86FF-8C71-381625B2B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Power BI — Dashboard (Page 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7F79D5-F52D-A4F4-62DC-1BC60EEB71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98448"/>
            <a:ext cx="9144000" cy="5559552"/>
          </a:xfrm>
        </p:spPr>
      </p:pic>
    </p:spTree>
    <p:extLst>
      <p:ext uri="{BB962C8B-B14F-4D97-AF65-F5344CB8AC3E}">
        <p14:creationId xmlns:p14="http://schemas.microsoft.com/office/powerpoint/2010/main" val="512118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D66A-26A4-FE15-C6E9-EBA4163A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Power BI — Dashboard (Page 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F5D9E8-60D5-3BAB-8C8A-F60A4BCB3C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17638"/>
            <a:ext cx="9144000" cy="5440362"/>
          </a:xfrm>
        </p:spPr>
      </p:pic>
    </p:spTree>
    <p:extLst>
      <p:ext uri="{BB962C8B-B14F-4D97-AF65-F5344CB8AC3E}">
        <p14:creationId xmlns:p14="http://schemas.microsoft.com/office/powerpoint/2010/main" val="3944791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68A6E-914F-4FDD-9807-BF1DB054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Excel </a:t>
            </a:r>
            <a:r>
              <a:rPr lang="en-US" sz="4000" dirty="0" err="1"/>
              <a:t>natijalari</a:t>
            </a:r>
            <a:endParaRPr lang="en-US" sz="4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94A65A-F3AA-3C68-46EF-01692C5E4F3F}"/>
              </a:ext>
            </a:extLst>
          </p:cNvPr>
          <p:cNvSpPr txBox="1"/>
          <p:nvPr/>
        </p:nvSpPr>
        <p:spPr>
          <a:xfrm>
            <a:off x="457200" y="5079599"/>
            <a:ext cx="686714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 err="1"/>
              <a:t>Chapda</a:t>
            </a:r>
            <a:r>
              <a:rPr lang="en-US" sz="2600" b="1" dirty="0"/>
              <a:t>:</a:t>
            </a:r>
            <a:r>
              <a:rPr lang="en-US" sz="2600" dirty="0"/>
              <a:t> Conversion Rate (</a:t>
            </a:r>
            <a:r>
              <a:rPr lang="en-US" sz="2600" dirty="0" err="1"/>
              <a:t>kampaniyalar</a:t>
            </a:r>
            <a:r>
              <a:rPr lang="en-US" sz="2600" dirty="0"/>
              <a:t> </a:t>
            </a:r>
            <a:r>
              <a:rPr lang="en-US" sz="2600" dirty="0" err="1"/>
              <a:t>bo‘yicha</a:t>
            </a:r>
            <a:r>
              <a:rPr lang="en-US" sz="2600" dirty="0"/>
              <a:t>)</a:t>
            </a:r>
            <a:br>
              <a:rPr lang="en-US" sz="2600" dirty="0"/>
            </a:br>
            <a:r>
              <a:rPr lang="en-US" sz="2600" b="1" dirty="0" err="1"/>
              <a:t>O‘ngda</a:t>
            </a:r>
            <a:r>
              <a:rPr lang="en-US" sz="2600" b="1" dirty="0"/>
              <a:t>:</a:t>
            </a:r>
            <a:r>
              <a:rPr lang="en-US" sz="2600" dirty="0"/>
              <a:t> Weekday Conversion (</a:t>
            </a:r>
            <a:r>
              <a:rPr lang="en-US" sz="2600" dirty="0" err="1"/>
              <a:t>hafta</a:t>
            </a:r>
            <a:r>
              <a:rPr lang="en-US" sz="2600" dirty="0"/>
              <a:t> </a:t>
            </a:r>
            <a:r>
              <a:rPr lang="en-US" sz="2600" dirty="0" err="1"/>
              <a:t>kesimida</a:t>
            </a:r>
            <a:r>
              <a:rPr lang="en-US" sz="2600" dirty="0"/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37062E9-645A-46D6-81FF-B1C272795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005" y="1454143"/>
            <a:ext cx="4603987" cy="27623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769C6A-25EB-1484-7354-85C6BF563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" y="1454142"/>
            <a:ext cx="4411997" cy="276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399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FD15-7AD7-58AE-C11B-C010FE250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Python </a:t>
            </a:r>
            <a:r>
              <a:rPr lang="en-US" sz="4000" dirty="0" err="1"/>
              <a:t>natijalari</a:t>
            </a:r>
            <a:r>
              <a:rPr lang="en-US" sz="4000" dirty="0"/>
              <a:t> (Model &amp; </a:t>
            </a:r>
            <a:r>
              <a:rPr lang="en-US" sz="4000" dirty="0" err="1"/>
              <a:t>Grafika</a:t>
            </a:r>
            <a:r>
              <a:rPr lang="en-US" sz="4000" dirty="0"/>
              <a:t>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1D54B5-126F-5407-7D3A-E86F7DC5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6" y="1237284"/>
            <a:ext cx="4517143" cy="25666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664196-41E8-B0A6-2AE5-1FA4D32F7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10" y="1237284"/>
            <a:ext cx="4370827" cy="25666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446F56-9AF1-D9CB-907E-6036E05A5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10" y="3852468"/>
            <a:ext cx="4370827" cy="25666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9558DD-F507-7945-F8FA-150D3F0BD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5" y="3852468"/>
            <a:ext cx="4517143" cy="256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60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9FE78-D035-35CD-1F33-4F21A7093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Xulosa</a:t>
            </a:r>
            <a:r>
              <a:rPr lang="en-US" sz="4000" dirty="0"/>
              <a:t> </a:t>
            </a:r>
            <a:r>
              <a:rPr lang="en-US" sz="4000" dirty="0" err="1"/>
              <a:t>va</a:t>
            </a:r>
            <a:r>
              <a:rPr lang="en-US" sz="4000" dirty="0"/>
              <a:t> </a:t>
            </a:r>
            <a:r>
              <a:rPr lang="en-US" sz="4000" dirty="0" err="1"/>
              <a:t>Takliflar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CAEBE-CCC7-0717-CD74-C6A9A1861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55371"/>
            <a:ext cx="8229600" cy="31459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/>
              <a:t>🟩 </a:t>
            </a:r>
            <a:r>
              <a:rPr lang="en-US" sz="2500" b="1" dirty="0" err="1"/>
              <a:t>Xulosa</a:t>
            </a:r>
            <a:endParaRPr lang="en-US" sz="2500" b="1" dirty="0"/>
          </a:p>
          <a:p>
            <a:r>
              <a:rPr lang="en-US" sz="1800" dirty="0"/>
              <a:t>Marketing </a:t>
            </a:r>
            <a:r>
              <a:rPr lang="en-US" sz="1800" dirty="0" err="1"/>
              <a:t>byudjetining</a:t>
            </a:r>
            <a:r>
              <a:rPr lang="en-US" sz="1800" dirty="0"/>
              <a:t> </a:t>
            </a:r>
            <a:r>
              <a:rPr lang="en-US" sz="1800" dirty="0" err="1"/>
              <a:t>katta</a:t>
            </a:r>
            <a:r>
              <a:rPr lang="en-US" sz="1800" dirty="0"/>
              <a:t> </a:t>
            </a:r>
            <a:r>
              <a:rPr lang="en-US" sz="1800" dirty="0" err="1"/>
              <a:t>qismi</a:t>
            </a:r>
            <a:r>
              <a:rPr lang="en-US" sz="1800" dirty="0"/>
              <a:t> </a:t>
            </a:r>
            <a:r>
              <a:rPr lang="en-US" sz="1800" dirty="0" err="1"/>
              <a:t>kam</a:t>
            </a:r>
            <a:r>
              <a:rPr lang="en-US" sz="1800" dirty="0"/>
              <a:t> </a:t>
            </a:r>
            <a:r>
              <a:rPr lang="en-US" sz="1800" dirty="0" err="1"/>
              <a:t>samarali</a:t>
            </a:r>
            <a:r>
              <a:rPr lang="en-US" sz="1800" dirty="0"/>
              <a:t> </a:t>
            </a:r>
            <a:r>
              <a:rPr lang="en-US" sz="1800" dirty="0" err="1"/>
              <a:t>kanallarga</a:t>
            </a:r>
            <a:r>
              <a:rPr lang="en-US" sz="1800" dirty="0"/>
              <a:t> </a:t>
            </a:r>
            <a:r>
              <a:rPr lang="en-US" sz="1800" dirty="0" err="1"/>
              <a:t>ketmoqda</a:t>
            </a:r>
            <a:r>
              <a:rPr lang="en-US" sz="1800" dirty="0"/>
              <a:t>.</a:t>
            </a:r>
          </a:p>
          <a:p>
            <a:r>
              <a:rPr lang="en-US" sz="1800" dirty="0"/>
              <a:t>Eng </a:t>
            </a:r>
            <a:r>
              <a:rPr lang="en-US" sz="1800" dirty="0" err="1"/>
              <a:t>yuqori</a:t>
            </a:r>
            <a:r>
              <a:rPr lang="en-US" sz="1800" dirty="0"/>
              <a:t> </a:t>
            </a:r>
            <a:r>
              <a:rPr lang="en-US" sz="1800" dirty="0" err="1"/>
              <a:t>konversiyani</a:t>
            </a:r>
            <a:r>
              <a:rPr lang="en-US" sz="1800" dirty="0"/>
              <a:t> Telegram, Twitter </a:t>
            </a:r>
            <a:r>
              <a:rPr lang="en-US" sz="1800" dirty="0" err="1"/>
              <a:t>va</a:t>
            </a:r>
            <a:r>
              <a:rPr lang="en-US" sz="1800" dirty="0"/>
              <a:t> YouTube </a:t>
            </a:r>
            <a:r>
              <a:rPr lang="en-US" sz="1800" dirty="0" err="1"/>
              <a:t>ko‘rsatdi</a:t>
            </a:r>
            <a:r>
              <a:rPr lang="en-US" sz="1800" dirty="0"/>
              <a:t>.</a:t>
            </a:r>
          </a:p>
          <a:p>
            <a:r>
              <a:rPr lang="en-US" sz="1800" dirty="0"/>
              <a:t>ROAS </a:t>
            </a:r>
            <a:r>
              <a:rPr lang="en-US" sz="1800" dirty="0" err="1"/>
              <a:t>bo‘yicha</a:t>
            </a:r>
            <a:r>
              <a:rPr lang="en-US" sz="1800" dirty="0"/>
              <a:t> Google Ads, Facebook Ads </a:t>
            </a:r>
            <a:r>
              <a:rPr lang="en-US" sz="1800" dirty="0" err="1"/>
              <a:t>va</a:t>
            </a:r>
            <a:r>
              <a:rPr lang="en-US" sz="1800" dirty="0"/>
              <a:t> LinkedIn </a:t>
            </a:r>
            <a:r>
              <a:rPr lang="en-US" sz="1800" dirty="0" err="1"/>
              <a:t>eng</a:t>
            </a:r>
            <a:r>
              <a:rPr lang="en-US" sz="1800" dirty="0"/>
              <a:t> </a:t>
            </a:r>
            <a:r>
              <a:rPr lang="en-US" sz="1800" dirty="0" err="1"/>
              <a:t>yuqori</a:t>
            </a:r>
            <a:r>
              <a:rPr lang="en-US" sz="1800" dirty="0"/>
              <a:t> </a:t>
            </a:r>
            <a:r>
              <a:rPr lang="en-US" sz="1800" dirty="0" err="1"/>
              <a:t>natija</a:t>
            </a:r>
            <a:r>
              <a:rPr lang="en-US" sz="1800" dirty="0"/>
              <a:t> </a:t>
            </a:r>
            <a:r>
              <a:rPr lang="en-US" sz="1800" dirty="0" err="1"/>
              <a:t>berdi</a:t>
            </a:r>
            <a:r>
              <a:rPr lang="en-US" sz="1800" dirty="0"/>
              <a:t>.</a:t>
            </a:r>
          </a:p>
          <a:p>
            <a:r>
              <a:rPr lang="en-US" sz="1800" dirty="0"/>
              <a:t>CTR </a:t>
            </a:r>
            <a:r>
              <a:rPr lang="en-US" sz="1800" dirty="0" err="1"/>
              <a:t>haftaning</a:t>
            </a:r>
            <a:r>
              <a:rPr lang="en-US" sz="1800" dirty="0"/>
              <a:t> </a:t>
            </a:r>
            <a:r>
              <a:rPr lang="en-US" sz="1800" dirty="0" err="1"/>
              <a:t>barcha</a:t>
            </a:r>
            <a:r>
              <a:rPr lang="en-US" sz="1800" dirty="0"/>
              <a:t> </a:t>
            </a:r>
            <a:r>
              <a:rPr lang="en-US" sz="1800" dirty="0" err="1"/>
              <a:t>kunlarida</a:t>
            </a:r>
            <a:r>
              <a:rPr lang="en-US" sz="1800" dirty="0"/>
              <a:t> </a:t>
            </a:r>
            <a:r>
              <a:rPr lang="en-US" sz="1800" dirty="0" err="1"/>
              <a:t>barqaror</a:t>
            </a:r>
            <a:r>
              <a:rPr lang="en-US" sz="1800" dirty="0"/>
              <a:t>, </a:t>
            </a:r>
            <a:r>
              <a:rPr lang="en-US" sz="1800" dirty="0" err="1"/>
              <a:t>lekin</a:t>
            </a:r>
            <a:r>
              <a:rPr lang="en-US" sz="1800" dirty="0"/>
              <a:t> </a:t>
            </a:r>
            <a:r>
              <a:rPr lang="en-US" sz="1800" dirty="0" err="1"/>
              <a:t>yakshanba</a:t>
            </a:r>
            <a:r>
              <a:rPr lang="en-US" sz="1800" dirty="0"/>
              <a:t> </a:t>
            </a:r>
            <a:r>
              <a:rPr lang="en-US" sz="1800" dirty="0" err="1"/>
              <a:t>va</a:t>
            </a:r>
            <a:r>
              <a:rPr lang="en-US" sz="1800" dirty="0"/>
              <a:t> </a:t>
            </a:r>
            <a:r>
              <a:rPr lang="en-US" sz="1800" dirty="0" err="1"/>
              <a:t>dushanba</a:t>
            </a:r>
            <a:r>
              <a:rPr lang="en-US" sz="1800" dirty="0"/>
              <a:t> </a:t>
            </a:r>
            <a:r>
              <a:rPr lang="en-US" sz="1800" dirty="0" err="1"/>
              <a:t>kuchliroq</a:t>
            </a:r>
            <a:r>
              <a:rPr lang="en-US" sz="1800" dirty="0"/>
              <a:t>.</a:t>
            </a:r>
          </a:p>
          <a:p>
            <a:r>
              <a:rPr lang="en-US" sz="1800" dirty="0" err="1"/>
              <a:t>Foydalanuvchilarning</a:t>
            </a:r>
            <a:r>
              <a:rPr lang="en-US" sz="1800" dirty="0"/>
              <a:t> </a:t>
            </a:r>
            <a:r>
              <a:rPr lang="en-US" sz="1800" dirty="0" err="1"/>
              <a:t>umumiy</a:t>
            </a:r>
            <a:r>
              <a:rPr lang="en-US" sz="1800" dirty="0"/>
              <a:t> </a:t>
            </a:r>
            <a:r>
              <a:rPr lang="en-US" sz="1800" dirty="0" err="1"/>
              <a:t>konversiya</a:t>
            </a:r>
            <a:r>
              <a:rPr lang="en-US" sz="1800" dirty="0"/>
              <a:t> </a:t>
            </a:r>
            <a:r>
              <a:rPr lang="en-US" sz="1800" dirty="0" err="1"/>
              <a:t>trendlari</a:t>
            </a:r>
            <a:r>
              <a:rPr lang="en-US" sz="1800" dirty="0"/>
              <a:t> </a:t>
            </a:r>
            <a:r>
              <a:rPr lang="en-US" sz="1800" dirty="0" err="1"/>
              <a:t>mavsumiy</a:t>
            </a:r>
            <a:r>
              <a:rPr lang="en-US" sz="1800" dirty="0"/>
              <a:t> </a:t>
            </a:r>
            <a:r>
              <a:rPr lang="en-US" sz="1800" dirty="0" err="1"/>
              <a:t>ta’sirga</a:t>
            </a:r>
            <a:r>
              <a:rPr lang="en-US" sz="1800" dirty="0"/>
              <a:t> </a:t>
            </a:r>
            <a:r>
              <a:rPr lang="en-US" sz="1800" dirty="0" err="1"/>
              <a:t>sezgir</a:t>
            </a:r>
            <a:r>
              <a:rPr lang="en-US" sz="1800" dirty="0"/>
              <a:t>.</a:t>
            </a:r>
          </a:p>
          <a:p>
            <a:r>
              <a:rPr lang="en-US" sz="1800" dirty="0"/>
              <a:t>Python </a:t>
            </a:r>
            <a:r>
              <a:rPr lang="en-US" sz="1800" dirty="0" err="1"/>
              <a:t>va</a:t>
            </a:r>
            <a:r>
              <a:rPr lang="en-US" sz="1800" dirty="0"/>
              <a:t> SQL </a:t>
            </a:r>
            <a:r>
              <a:rPr lang="en-US" sz="1800" dirty="0" err="1"/>
              <a:t>tahlillari</a:t>
            </a:r>
            <a:r>
              <a:rPr lang="en-US" sz="1800" dirty="0"/>
              <a:t> Power BI </a:t>
            </a:r>
            <a:r>
              <a:rPr lang="en-US" sz="1800" dirty="0" err="1"/>
              <a:t>natijalarini</a:t>
            </a:r>
            <a:r>
              <a:rPr lang="en-US" sz="1800" dirty="0"/>
              <a:t> </a:t>
            </a:r>
            <a:r>
              <a:rPr lang="en-US" sz="1800" dirty="0" err="1"/>
              <a:t>tasdiqlaydi</a:t>
            </a:r>
            <a:r>
              <a:rPr lang="en-US" sz="1800" dirty="0"/>
              <a:t> (</a:t>
            </a:r>
            <a:r>
              <a:rPr lang="en-US" sz="1800" dirty="0" err="1"/>
              <a:t>trendlar</a:t>
            </a:r>
            <a:r>
              <a:rPr lang="en-US" sz="1800" dirty="0"/>
              <a:t> </a:t>
            </a:r>
            <a:r>
              <a:rPr lang="en-US" sz="1800" dirty="0" err="1"/>
              <a:t>mos</a:t>
            </a:r>
            <a:r>
              <a:rPr lang="en-US" sz="1800" dirty="0"/>
              <a:t> </a:t>
            </a:r>
            <a:r>
              <a:rPr lang="en-US" sz="1800" dirty="0" err="1"/>
              <a:t>keladi</a:t>
            </a:r>
            <a:r>
              <a:rPr lang="en-US" sz="1800" dirty="0"/>
              <a:t>).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1921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60E28-7A88-B50C-AFD6-E93BED8D3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🟦 </a:t>
            </a:r>
            <a:r>
              <a:rPr lang="en-US" sz="2500" b="1" dirty="0" err="1"/>
              <a:t>Takliflar</a:t>
            </a:r>
            <a:endParaRPr lang="en-US" sz="2500" b="1" dirty="0"/>
          </a:p>
          <a:p>
            <a:r>
              <a:rPr lang="en-US" sz="2000" dirty="0" err="1"/>
              <a:t>Budjetni</a:t>
            </a:r>
            <a:r>
              <a:rPr lang="en-US" sz="2000" dirty="0"/>
              <a:t> </a:t>
            </a:r>
            <a:r>
              <a:rPr lang="en-US" sz="2000" b="1" dirty="0" err="1"/>
              <a:t>yuqori</a:t>
            </a:r>
            <a:r>
              <a:rPr lang="en-US" sz="2000" b="1" dirty="0"/>
              <a:t> ROAS</a:t>
            </a:r>
            <a:r>
              <a:rPr lang="en-US" sz="2000" dirty="0"/>
              <a:t> </a:t>
            </a:r>
            <a:r>
              <a:rPr lang="en-US" sz="2000" dirty="0" err="1"/>
              <a:t>ko‘rsatgan</a:t>
            </a:r>
            <a:r>
              <a:rPr lang="en-US" sz="2000" dirty="0"/>
              <a:t> </a:t>
            </a:r>
            <a:r>
              <a:rPr lang="en-US" sz="2000" dirty="0" err="1"/>
              <a:t>kanallarga</a:t>
            </a:r>
            <a:r>
              <a:rPr lang="en-US" sz="2000" dirty="0"/>
              <a:t> </a:t>
            </a:r>
            <a:r>
              <a:rPr lang="en-US" sz="2000" dirty="0" err="1"/>
              <a:t>qayta</a:t>
            </a:r>
            <a:r>
              <a:rPr lang="en-US" sz="2000" dirty="0"/>
              <a:t> </a:t>
            </a:r>
            <a:r>
              <a:rPr lang="en-US" sz="2000" dirty="0" err="1"/>
              <a:t>taqsimlash</a:t>
            </a:r>
            <a:r>
              <a:rPr lang="en-US" sz="2000" dirty="0"/>
              <a:t> (Google Ads, LinkedIn).</a:t>
            </a:r>
          </a:p>
          <a:p>
            <a:r>
              <a:rPr lang="en-US" sz="2000" dirty="0" err="1"/>
              <a:t>Konversiyasi</a:t>
            </a:r>
            <a:r>
              <a:rPr lang="en-US" sz="2000" dirty="0"/>
              <a:t> past </a:t>
            </a:r>
            <a:r>
              <a:rPr lang="en-US" sz="2000" dirty="0" err="1"/>
              <a:t>kanallar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b="1" dirty="0"/>
              <a:t>A/B </a:t>
            </a:r>
            <a:r>
              <a:rPr lang="en-US" sz="2000" b="1" dirty="0" err="1"/>
              <a:t>testlar</a:t>
            </a:r>
            <a:r>
              <a:rPr lang="en-US" sz="2000" dirty="0" err="1"/>
              <a:t>ni</a:t>
            </a:r>
            <a:r>
              <a:rPr lang="en-US" sz="2000" dirty="0"/>
              <a:t> </a:t>
            </a:r>
            <a:r>
              <a:rPr lang="en-US" sz="2000" dirty="0" err="1"/>
              <a:t>kuchaytirish</a:t>
            </a:r>
            <a:r>
              <a:rPr lang="en-US" sz="2000" dirty="0"/>
              <a:t>.</a:t>
            </a:r>
          </a:p>
          <a:p>
            <a:r>
              <a:rPr lang="en-US" sz="2000" dirty="0"/>
              <a:t>Email marketing </a:t>
            </a:r>
            <a:r>
              <a:rPr lang="en-US" sz="2000" dirty="0" err="1"/>
              <a:t>kampaniyalarini</a:t>
            </a:r>
            <a:r>
              <a:rPr lang="en-US" sz="2000" dirty="0"/>
              <a:t> </a:t>
            </a:r>
            <a:r>
              <a:rPr lang="en-US" sz="2000" dirty="0" err="1"/>
              <a:t>optimallashtirish</a:t>
            </a:r>
            <a:r>
              <a:rPr lang="en-US" sz="2000" dirty="0"/>
              <a:t> (</a:t>
            </a:r>
            <a:r>
              <a:rPr lang="en-US" sz="2000" dirty="0" err="1"/>
              <a:t>segmentatsiya</a:t>
            </a:r>
            <a:r>
              <a:rPr lang="en-US" sz="2000" dirty="0"/>
              <a:t> + </a:t>
            </a:r>
            <a:r>
              <a:rPr lang="en-US" sz="2000" dirty="0" err="1"/>
              <a:t>personalizatsiya</a:t>
            </a:r>
            <a:r>
              <a:rPr lang="en-US" sz="2000" dirty="0"/>
              <a:t>).</a:t>
            </a:r>
          </a:p>
          <a:p>
            <a:r>
              <a:rPr lang="en-US" sz="2000" dirty="0"/>
              <a:t>Oylik </a:t>
            </a:r>
            <a:r>
              <a:rPr lang="en-US" sz="2000" dirty="0" err="1"/>
              <a:t>kampaniyalarda</a:t>
            </a:r>
            <a:r>
              <a:rPr lang="en-US" sz="2000" dirty="0"/>
              <a:t> </a:t>
            </a:r>
            <a:r>
              <a:rPr lang="en-US" sz="2000" dirty="0" err="1"/>
              <a:t>mavsumiy</a:t>
            </a:r>
            <a:r>
              <a:rPr lang="en-US" sz="2000" dirty="0"/>
              <a:t> </a:t>
            </a:r>
            <a:r>
              <a:rPr lang="en-US" sz="2000" dirty="0" err="1"/>
              <a:t>trendlarni</a:t>
            </a:r>
            <a:r>
              <a:rPr lang="en-US" sz="2000" dirty="0"/>
              <a:t> </a:t>
            </a:r>
            <a:r>
              <a:rPr lang="en-US" sz="2000" dirty="0" err="1"/>
              <a:t>hisobga</a:t>
            </a:r>
            <a:r>
              <a:rPr lang="en-US" sz="2000" dirty="0"/>
              <a:t> </a:t>
            </a:r>
            <a:r>
              <a:rPr lang="en-US" sz="2000" dirty="0" err="1"/>
              <a:t>olish</a:t>
            </a:r>
            <a:r>
              <a:rPr lang="en-US" sz="2000" dirty="0"/>
              <a:t> (peak-month </a:t>
            </a:r>
            <a:r>
              <a:rPr lang="en-US" sz="2000" dirty="0" err="1"/>
              <a:t>strategiya</a:t>
            </a:r>
            <a:r>
              <a:rPr lang="en-US" sz="2000" dirty="0"/>
              <a:t>).</a:t>
            </a:r>
          </a:p>
          <a:p>
            <a:r>
              <a:rPr lang="en-US" sz="2000" dirty="0"/>
              <a:t>KPI </a:t>
            </a:r>
            <a:r>
              <a:rPr lang="en-US" sz="2000" dirty="0" err="1"/>
              <a:t>monitoringni</a:t>
            </a:r>
            <a:r>
              <a:rPr lang="en-US" sz="2000" dirty="0"/>
              <a:t> </a:t>
            </a:r>
            <a:r>
              <a:rPr lang="en-US" sz="2000" dirty="0" err="1"/>
              <a:t>avtomatlashtirish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haftalik</a:t>
            </a:r>
            <a:r>
              <a:rPr lang="en-US" sz="2000" dirty="0"/>
              <a:t> dashboard reporting </a:t>
            </a:r>
            <a:r>
              <a:rPr lang="en-US" sz="2000" dirty="0" err="1"/>
              <a:t>joriy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r>
              <a:rPr lang="en-US" sz="2000" dirty="0"/>
              <a:t>.</a:t>
            </a:r>
          </a:p>
          <a:p>
            <a:r>
              <a:rPr lang="en-US" sz="2000" dirty="0"/>
              <a:t>Python </a:t>
            </a:r>
            <a:r>
              <a:rPr lang="en-US" sz="2000" dirty="0" err="1"/>
              <a:t>orqali</a:t>
            </a:r>
            <a:r>
              <a:rPr lang="en-US" sz="2000" dirty="0"/>
              <a:t> </a:t>
            </a:r>
            <a:r>
              <a:rPr lang="en-US" sz="2000" dirty="0" err="1"/>
              <a:t>qo‘shimcha</a:t>
            </a:r>
            <a:r>
              <a:rPr lang="en-US" sz="2000" dirty="0"/>
              <a:t> </a:t>
            </a:r>
            <a:r>
              <a:rPr lang="en-US" sz="2000" dirty="0" err="1"/>
              <a:t>prognozlash</a:t>
            </a:r>
            <a:r>
              <a:rPr lang="en-US" sz="2000" dirty="0"/>
              <a:t> (ROI prediction) </a:t>
            </a:r>
            <a:r>
              <a:rPr lang="en-US" sz="2000" dirty="0" err="1"/>
              <a:t>qo‘shish</a:t>
            </a:r>
            <a:r>
              <a:rPr lang="en-US" sz="2000" dirty="0"/>
              <a:t>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655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147D9-A4DD-B2DA-C045-A63906B63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727" y="566058"/>
            <a:ext cx="7500259" cy="9252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5000" dirty="0" err="1"/>
              <a:t>Etiboringiz</a:t>
            </a:r>
            <a:r>
              <a:rPr lang="en-US" sz="5000" dirty="0"/>
              <a:t> </a:t>
            </a:r>
            <a:r>
              <a:rPr lang="en-US" sz="5000" dirty="0" err="1"/>
              <a:t>uchun</a:t>
            </a:r>
            <a:r>
              <a:rPr lang="en-US" sz="5000" dirty="0"/>
              <a:t> Rahmat!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A185AF-08BA-25DC-3DAA-ACF95F816EE5}"/>
              </a:ext>
            </a:extLst>
          </p:cNvPr>
          <p:cNvSpPr txBox="1"/>
          <p:nvPr/>
        </p:nvSpPr>
        <p:spPr>
          <a:xfrm>
            <a:off x="478972" y="1726755"/>
            <a:ext cx="86650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Marketing </a:t>
            </a:r>
            <a:r>
              <a:rPr lang="en-US" sz="2400" dirty="0" err="1"/>
              <a:t>kampaniyalari</a:t>
            </a:r>
            <a:r>
              <a:rPr lang="en-US" sz="2400" dirty="0"/>
              <a:t> </a:t>
            </a:r>
            <a:r>
              <a:rPr lang="en-US" sz="2400" dirty="0" err="1"/>
              <a:t>samaradorligi</a:t>
            </a:r>
            <a:r>
              <a:rPr lang="en-US" sz="2400" dirty="0"/>
              <a:t> </a:t>
            </a:r>
            <a:r>
              <a:rPr lang="en-US" sz="2400" dirty="0" err="1"/>
              <a:t>bo‘yicha</a:t>
            </a:r>
            <a:r>
              <a:rPr lang="en-US" sz="2400" dirty="0"/>
              <a:t> </a:t>
            </a:r>
            <a:r>
              <a:rPr lang="en-US" sz="2400" dirty="0" err="1"/>
              <a:t>tahlil</a:t>
            </a:r>
            <a:r>
              <a:rPr lang="en-US" sz="2400" dirty="0"/>
              <a:t> </a:t>
            </a:r>
            <a:r>
              <a:rPr lang="en-US" sz="2400" dirty="0" err="1"/>
              <a:t>yakunlandi</a:t>
            </a:r>
            <a:r>
              <a:rPr lang="en-US" sz="2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59CAB5-09CF-FE9E-B584-938E2982EF00}"/>
              </a:ext>
            </a:extLst>
          </p:cNvPr>
          <p:cNvSpPr txBox="1"/>
          <p:nvPr/>
        </p:nvSpPr>
        <p:spPr>
          <a:xfrm>
            <a:off x="2285999" y="332092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Savollar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, </a:t>
            </a:r>
            <a:r>
              <a:rPr lang="en-US" dirty="0" err="1"/>
              <a:t>murojaat</a:t>
            </a:r>
            <a:r>
              <a:rPr lang="en-US" dirty="0"/>
              <a:t> </a:t>
            </a:r>
            <a:r>
              <a:rPr lang="en-US" dirty="0" err="1"/>
              <a:t>qilishingiz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88310-8E5A-91B7-9F5A-34A3703D6CDD}"/>
              </a:ext>
            </a:extLst>
          </p:cNvPr>
          <p:cNvSpPr txBox="1"/>
          <p:nvPr/>
        </p:nvSpPr>
        <p:spPr>
          <a:xfrm>
            <a:off x="2285999" y="412423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📧 </a:t>
            </a:r>
            <a:r>
              <a:rPr lang="en-US" b="1" dirty="0"/>
              <a:t>Email:</a:t>
            </a:r>
            <a:r>
              <a:rPr lang="en-US" dirty="0"/>
              <a:t> zakariashuser@example.com</a:t>
            </a:r>
            <a:br>
              <a:rPr lang="en-US" dirty="0"/>
            </a:br>
            <a:r>
              <a:rPr lang="en-US" dirty="0"/>
              <a:t>📱 </a:t>
            </a:r>
            <a:r>
              <a:rPr lang="en-US" b="1" dirty="0" err="1"/>
              <a:t>Telefon</a:t>
            </a:r>
            <a:r>
              <a:rPr lang="en-US" b="1" dirty="0"/>
              <a:t>:</a:t>
            </a:r>
            <a:r>
              <a:rPr lang="en-US" dirty="0"/>
              <a:t> +998 33 323 20 09</a:t>
            </a:r>
            <a:br>
              <a:rPr lang="en-US" dirty="0"/>
            </a:br>
            <a:r>
              <a:rPr lang="en-US" dirty="0"/>
              <a:t>🔗 </a:t>
            </a:r>
            <a:r>
              <a:rPr lang="en-US" b="1" dirty="0"/>
              <a:t>GitHub / Portfolio:</a:t>
            </a:r>
          </a:p>
          <a:p>
            <a:r>
              <a:rPr lang="en-US" dirty="0"/>
              <a:t> github.com/zakariAsh09</a:t>
            </a:r>
          </a:p>
        </p:txBody>
      </p:sp>
    </p:spTree>
    <p:extLst>
      <p:ext uri="{BB962C8B-B14F-4D97-AF65-F5344CB8AC3E}">
        <p14:creationId xmlns:p14="http://schemas.microsoft.com/office/powerpoint/2010/main" val="35961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D4AF37"/>
      </a:dk1>
      <a:lt1>
        <a:sysClr val="window" lastClr="FFFFFF"/>
      </a:lt1>
      <a:dk2>
        <a:srgbClr val="1F497D"/>
      </a:dk2>
      <a:lt2>
        <a:srgbClr val="EEECE1"/>
      </a:lt2>
      <a:accent1>
        <a:srgbClr val="D4AF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190</TotalTime>
  <Words>355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Marketing Analytics</vt:lpstr>
      <vt:lpstr>Muammo</vt:lpstr>
      <vt:lpstr>Tahlil maqsadi</vt:lpstr>
      <vt:lpstr>Asosiy KPI’lar</vt:lpstr>
      <vt:lpstr>Foydalanilgan vositalar</vt:lpstr>
      <vt:lpstr>Power BI — Dashboard (Page 1)</vt:lpstr>
      <vt:lpstr>Power BI — Dashboard (Page 2)</vt:lpstr>
      <vt:lpstr>Excel natijalari</vt:lpstr>
      <vt:lpstr>Python natijalari (Model &amp; Grafika)</vt:lpstr>
      <vt:lpstr>Xulosa va Takliflar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Fayzulloh Mukhitdinov</cp:lastModifiedBy>
  <cp:revision>5</cp:revision>
  <dcterms:created xsi:type="dcterms:W3CDTF">2013-01-27T09:14:16Z</dcterms:created>
  <dcterms:modified xsi:type="dcterms:W3CDTF">2025-11-30T15:24:55Z</dcterms:modified>
  <cp:category/>
</cp:coreProperties>
</file>