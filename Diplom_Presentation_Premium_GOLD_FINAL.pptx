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40080"/>
            <a:ext cx="8046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rPr dirty="0"/>
              <a:t>Marketing </a:t>
            </a:r>
            <a:r>
              <a:rPr dirty="0" err="1"/>
              <a:t>Kampaniyalari</a:t>
            </a:r>
            <a:endParaRPr lang="en-US" dirty="0"/>
          </a:p>
          <a:p>
            <a:pPr>
              <a:defRPr sz="4000" b="1">
                <a:solidFill>
                  <a:srgbClr val="D4AF37"/>
                </a:solidFill>
              </a:defRPr>
            </a:pPr>
            <a:r>
              <a:rPr dirty="0" err="1"/>
              <a:t>Samaradorligini</a:t>
            </a:r>
            <a:r>
              <a:rPr dirty="0"/>
              <a:t> Tahlil </a:t>
            </a:r>
            <a:r>
              <a:rPr dirty="0" err="1"/>
              <a:t>Qilish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2328961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dirty="0" err="1"/>
              <a:t>Diplom</a:t>
            </a:r>
            <a:r>
              <a:rPr dirty="0"/>
              <a:t> </a:t>
            </a:r>
            <a:r>
              <a:rPr dirty="0" err="1"/>
              <a:t>taqdimoti</a:t>
            </a:r>
            <a:r>
              <a:rPr dirty="0"/>
              <a:t> — Super-Premium Gold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6 ta dataset tahlil qilindi</a:t>
            </a:r>
            <a:br/>
            <a:r>
              <a:t>• KPIlar hisoblandi</a:t>
            </a:r>
            <a:br/>
            <a:r>
              <a:t>• Kanallar taqqoslandi</a:t>
            </a:r>
            <a:br/>
            <a:r>
              <a:t>• A/B testlar o‘tkazildi</a:t>
            </a:r>
            <a:br/>
            <a:r>
              <a:t>• Tavsiyalar ishlab chiqildi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1. Kirish</a:t>
            </a:r>
            <a:br/>
            <a:r>
              <a:t>2. Metodologiya</a:t>
            </a:r>
            <a:br/>
            <a:r>
              <a:t>3. Ma’lumotlar</a:t>
            </a:r>
            <a:br/>
            <a:r>
              <a:t>4. KPIlar</a:t>
            </a:r>
            <a:br/>
            <a:r>
              <a:t>5. Kanallar tahlili</a:t>
            </a:r>
            <a:br/>
            <a:r>
              <a:t>6. Demografiya</a:t>
            </a:r>
            <a:br/>
            <a:r>
              <a:t>7. LTV</a:t>
            </a:r>
            <a:br/>
            <a:r>
              <a:t>8. A/B test</a:t>
            </a:r>
            <a:br/>
            <a:r>
              <a:t>9. Tavsiyalar</a:t>
            </a:r>
            <a:br/>
            <a:r>
              <a:t>10. Xulosa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Muammo va Dolzarblik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Marketingda raqobat kuchli</a:t>
            </a:r>
            <a:br/>
            <a:r>
              <a:t>• Byudjet noto‘g‘ri taqsimlansa zarar</a:t>
            </a:r>
            <a:br/>
            <a:r>
              <a:t>• Tahlil qilinmagan reklama – yo‘qotish</a:t>
            </a:r>
            <a:br/>
            <a:r>
              <a:t>• Shuning uchun analitika shart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Tadqiqot Maqsadi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Marketing kampaniyalarining samaradorligini o‘lchash va optimallashtirish strategiyasini ishlab chiqish.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Tadqiqot Vazifalari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Ma’lumotlarni tozalash</a:t>
            </a:r>
            <a:br/>
            <a:r>
              <a:t>• KPI hisoblash</a:t>
            </a:r>
            <a:br/>
            <a:r>
              <a:t>• Kanallarni tahlil qilish</a:t>
            </a:r>
            <a:br/>
            <a:r>
              <a:t>• Demografik analiz</a:t>
            </a:r>
            <a:br/>
            <a:r>
              <a:t>• LTV aniqlash</a:t>
            </a:r>
            <a:br/>
            <a:r>
              <a:t>• A/B test solishtirish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Metodologiya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Python, SQL, Power BI, statistik analiz, vizualizatsiya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Datasetlar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6 ta asosiy dataset: campaigns, performance, ad_spend, conversions, customers, AB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KPI Formulalari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CTR, CPC, Conversion Rate, CAC, ROAS, LTV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Kanal bo‘yicha ROAS</a:t>
            </a:r>
          </a:p>
        </p:txBody>
      </p:sp>
      <p:pic>
        <p:nvPicPr>
          <p:cNvPr id="4" name="Picture 3" descr="roas_by_channel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Kanal bo‘yicha CTR</a:t>
            </a:r>
          </a:p>
        </p:txBody>
      </p:sp>
      <p:pic>
        <p:nvPicPr>
          <p:cNvPr id="4" name="Picture 3" descr="ctr_by_channel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Kanal bo‘yicha CAC</a:t>
            </a:r>
          </a:p>
        </p:txBody>
      </p:sp>
      <p:pic>
        <p:nvPicPr>
          <p:cNvPr id="4" name="Picture 3" descr="cac_by_channel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Yosh bo‘yicha Conversion Rate</a:t>
            </a:r>
          </a:p>
        </p:txBody>
      </p:sp>
      <p:pic>
        <p:nvPicPr>
          <p:cNvPr id="4" name="Picture 3" descr="conv_rate_by_age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LTV Taqsimoti</a:t>
            </a:r>
          </a:p>
        </p:txBody>
      </p:sp>
      <p:pic>
        <p:nvPicPr>
          <p:cNvPr id="4" name="Picture 3" descr="ltv_distribution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Oylik Daromad Trendi</a:t>
            </a:r>
          </a:p>
        </p:txBody>
      </p:sp>
      <p:pic>
        <p:nvPicPr>
          <p:cNvPr id="4" name="Picture 3" descr="monthly_revenue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A/B Test Natijalari</a:t>
            </a:r>
          </a:p>
        </p:txBody>
      </p:sp>
      <p:pic>
        <p:nvPicPr>
          <p:cNvPr id="4" name="Picture 3" descr="ab_test_comparison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Asosiy Natijalar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Instagram/Telegram ROAS yuqori</a:t>
            </a:r>
            <a:br/>
            <a:r>
              <a:t>• CAC ba’zi kanallarda yuqori</a:t>
            </a:r>
            <a:br/>
            <a:r>
              <a:t>• 25–54 yosh samarali segment</a:t>
            </a:r>
            <a:br/>
            <a:r>
              <a:t>• B varianti A/B testda eng yaxshi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Tavsiyalar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Byudjetni optimal kanallarga ko‘chirish</a:t>
            </a:r>
            <a:br/>
            <a:r>
              <a:t>• CACni pasaytirish</a:t>
            </a:r>
            <a:br/>
            <a:r>
              <a:t>• Premium mijozlar uchun sodiqlik dasturi</a:t>
            </a:r>
            <a:br/>
            <a:r>
              <a:t>• Doimiy A/B test qilish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Analitik yondashuv marketing samaradorligini sezilarli oshiradi.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Savollar?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Rahmat! Tinglaganingiz uchun.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309</Words>
  <Application>Microsoft Office PowerPoint</Application>
  <PresentationFormat>On-screen Show (4:3)</PresentationFormat>
  <Paragraphs>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Fayzulloh Mukhitdinov</cp:lastModifiedBy>
  <cp:revision>2</cp:revision>
  <dcterms:created xsi:type="dcterms:W3CDTF">2013-01-27T09:14:16Z</dcterms:created>
  <dcterms:modified xsi:type="dcterms:W3CDTF">2025-11-23T15:37:44Z</dcterms:modified>
  <cp:category/>
</cp:coreProperties>
</file>