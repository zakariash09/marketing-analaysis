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18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D4AF37"/>
                </a:solidFill>
              </a:rPr>
              <a:t>Marketing Analytics — Premium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800" b="1">
                <a:solidFill>
                  <a:srgbClr val="D4AF37"/>
                </a:solidFill>
              </a:rPr>
              <a:t>Mukhitdinov Fayzulloh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D4AF37"/>
                </a:solidFill>
              </a:rPr>
              <a:t>Muammo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 b="0">
                <a:solidFill>
                  <a:srgbClr val="D4AF37"/>
                </a:solidFill>
              </a:rPr>
              <a:t>Raqamli marketingda samaradorlikni aniqlash biznes uchun muhim.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D4AF37"/>
                </a:solidFill>
              </a:rPr>
              <a:t>Maqsad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 b="0">
                <a:solidFill>
                  <a:srgbClr val="D4AF37"/>
                </a:solidFill>
              </a:rPr>
              <a:t>Kampaniyalarni baholash va optimallashtirish uchun analitik model yaratish.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D4AF37"/>
                </a:solidFill>
              </a:rPr>
              <a:t>Asosiy KPI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 b="0">
                <a:solidFill>
                  <a:srgbClr val="D4AF37"/>
                </a:solidFill>
              </a:rPr>
              <a:t>CTR, CPC, Conversion Rate, CAC, ROAS, LTV formulasidan foydalanilgan.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D4AF37"/>
                </a:solidFill>
              </a:rPr>
              <a:t>ROAS Tahlili</a:t>
            </a:r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28800"/>
            <a:ext cx="7772400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D4AF37"/>
                </a:solidFill>
              </a:rPr>
              <a:t>CAC Tahlili</a:t>
            </a:r>
          </a:p>
        </p:txBody>
      </p:sp>
      <p:pic>
        <p:nvPicPr>
          <p:cNvPr id="4" name="Picture 3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28800"/>
            <a:ext cx="7772400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D4AF37"/>
                </a:solidFill>
              </a:rPr>
              <a:t>CTR / Conversion Tahlili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pic>
        <p:nvPicPr>
          <p:cNvPr id="4" name="Picture 3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28800"/>
            <a:ext cx="7772400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D4AF37"/>
                </a:solidFill>
              </a:rPr>
              <a:t>Demografik Tahlil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pic>
        <p:nvPicPr>
          <p:cNvPr id="4" name="Picture 3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28800"/>
            <a:ext cx="7772400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D4AF37"/>
                </a:solidFill>
              </a:rPr>
              <a:t>Oylik Trendlar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pic>
        <p:nvPicPr>
          <p:cNvPr id="4" name="Picture 3" descr="imag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28800"/>
            <a:ext cx="7772400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D4AF37"/>
                </a:solidFill>
              </a:rPr>
              <a:t>A/B Test Natijalari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pic>
        <p:nvPicPr>
          <p:cNvPr id="4" name="Picture 3" descr="imag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28800"/>
            <a:ext cx="7772400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D4AF37"/>
                </a:solidFill>
              </a:rPr>
              <a:t>Umumiy Grafiklar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pic>
        <p:nvPicPr>
          <p:cNvPr id="4" name="Picture 3" descr="image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28800"/>
            <a:ext cx="7772400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D4AF37"/>
                </a:solidFill>
              </a:rPr>
              <a:t>Natijalar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 b="0">
                <a:solidFill>
                  <a:srgbClr val="D4AF37"/>
                </a:solidFill>
              </a:rPr>
              <a:t>• ROAS bo‘yicha samarali kanallar</a:t>
            </a:r>
          </a:p>
          <a:p>
            <a:r>
              <a:rPr sz="2200" b="0">
                <a:solidFill>
                  <a:srgbClr val="D4AF37"/>
                </a:solidFill>
              </a:rPr>
              <a:t>• CAC eng past platformalar</a:t>
            </a:r>
          </a:p>
          <a:p>
            <a:r>
              <a:rPr sz="2200" b="0">
                <a:solidFill>
                  <a:srgbClr val="D4AF37"/>
                </a:solidFill>
              </a:rPr>
              <a:t>• 25–54 yosh eng faol auditoriya</a:t>
            </a:r>
          </a:p>
          <a:p>
            <a:r>
              <a:rPr sz="2200" b="0">
                <a:solidFill>
                  <a:srgbClr val="D4AF37"/>
                </a:solidFill>
              </a:rPr>
              <a:t>• B varianti yuqori conversion bergan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D4AF37"/>
                </a:solidFill>
              </a:rPr>
              <a:t>Tavsiyalar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 b="0">
                <a:solidFill>
                  <a:srgbClr val="D4AF37"/>
                </a:solidFill>
              </a:rPr>
              <a:t>• Byudjetni samarali kanallarga yo‘naltirish</a:t>
            </a:r>
          </a:p>
          <a:p>
            <a:r>
              <a:rPr sz="2200" b="0">
                <a:solidFill>
                  <a:srgbClr val="D4AF37"/>
                </a:solidFill>
              </a:rPr>
              <a:t>• Targetlashni kuchaytirish</a:t>
            </a:r>
          </a:p>
          <a:p>
            <a:r>
              <a:rPr sz="2200" b="0">
                <a:solidFill>
                  <a:srgbClr val="D4AF37"/>
                </a:solidFill>
              </a:rPr>
              <a:t>• Sodiqlik dasturlarini qo‘llash</a:t>
            </a:r>
          </a:p>
          <a:p>
            <a:r>
              <a:rPr sz="2200" b="0">
                <a:solidFill>
                  <a:srgbClr val="D4AF37"/>
                </a:solidFill>
              </a:rPr>
              <a:t>• A/B testlarni muntazam davom ettirish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D4AF37"/>
                </a:solidFill>
              </a:rPr>
              <a:t>Xulosa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 b="0">
                <a:solidFill>
                  <a:srgbClr val="D4AF37"/>
                </a:solidFill>
              </a:rPr>
              <a:t>Marketing samaradorligi aniq baholandi va takliflar ishlab chiqildi.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122</Words>
  <Application>Microsoft Office PowerPoint</Application>
  <PresentationFormat>On-screen Show (4:3)</PresentationFormat>
  <Paragraphs>27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Marketing Analytics — Premium Presentation</vt:lpstr>
      <vt:lpstr>Muammo</vt:lpstr>
      <vt:lpstr>Maqsad</vt:lpstr>
      <vt:lpstr>Asosiy KPI</vt:lpstr>
      <vt:lpstr>ROAS Tahlili</vt:lpstr>
      <vt:lpstr>CAC Tahlili</vt:lpstr>
      <vt:lpstr>CTR / Conversion Tahlili</vt:lpstr>
      <vt:lpstr>Demografik Tahlil</vt:lpstr>
      <vt:lpstr>Oylik Trendlar</vt:lpstr>
      <vt:lpstr>A/B Test Natijalari</vt:lpstr>
      <vt:lpstr>Umumiy Grafiklar</vt:lpstr>
      <vt:lpstr>Natijalar</vt:lpstr>
      <vt:lpstr>Tavsiyalar</vt:lpstr>
      <vt:lpstr>Xulosa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Fayzulloh Mukhitdinov</cp:lastModifiedBy>
  <cp:revision>2</cp:revision>
  <dcterms:created xsi:type="dcterms:W3CDTF">2013-01-27T09:14:16Z</dcterms:created>
  <dcterms:modified xsi:type="dcterms:W3CDTF">2025-11-23T15:37:37Z</dcterms:modified>
  <cp:category/>
</cp:coreProperties>
</file>